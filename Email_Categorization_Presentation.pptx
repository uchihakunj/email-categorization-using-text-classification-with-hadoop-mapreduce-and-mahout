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/>
              <a:t>Email Categorization Using Hadoop + Mahout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MapReduce preprocessing, Naive Bayes model, React/Express dashboard</a:t>
            </a:r>
          </a:p>
          <a:p>
            <a:r>
              <a:rPr sz="2400"/>
              <a:t>Your Name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Problem and goals</a:t>
            </a:r>
          </a:p>
          <a:p>
            <a:pPr/>
            <a:r>
              <a:rPr sz="2400"/>
              <a:t>Dataset and labeling</a:t>
            </a:r>
          </a:p>
          <a:p>
            <a:pPr/>
            <a:r>
              <a:rPr sz="2400"/>
              <a:t>Environment and tools</a:t>
            </a:r>
          </a:p>
          <a:p>
            <a:pPr/>
            <a:r>
              <a:rPr sz="2400"/>
              <a:t>MapReduce preprocessing pipeline</a:t>
            </a:r>
          </a:p>
          <a:p>
            <a:pPr/>
            <a:r>
              <a:rPr sz="2400"/>
              <a:t>Mahout training and testing</a:t>
            </a:r>
          </a:p>
          <a:p>
            <a:pPr/>
            <a:r>
              <a:rPr sz="2400"/>
              <a:t>Artifacts, API, and dashboard</a:t>
            </a:r>
          </a:p>
          <a:p>
            <a:pPr/>
            <a:r>
              <a:rPr sz="2400"/>
              <a:t>Results and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 and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Classify emails into spam vs important</a:t>
            </a:r>
          </a:p>
          <a:p>
            <a:pPr/>
            <a:r>
              <a:rPr sz="2400"/>
              <a:t>Scale preprocessing with Hadoop MapReduce</a:t>
            </a:r>
          </a:p>
          <a:p>
            <a:pPr/>
            <a:r>
              <a:rPr sz="2400"/>
              <a:t>Train a lightweight model (Mahout Naive Bayes)</a:t>
            </a:r>
          </a:p>
          <a:p>
            <a:pPr/>
            <a:r>
              <a:rPr sz="2400"/>
              <a:t>Provide a usable API and dashboard for inference</a:t>
            </a:r>
          </a:p>
          <a:p>
            <a:pPr/>
            <a:r>
              <a:rPr sz="2400"/>
              <a:t>Enable reproducible setup and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Dataset and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Raw emails stored as text files</a:t>
            </a:r>
          </a:p>
          <a:p>
            <a:pPr/>
            <a:r>
              <a:rPr sz="2400"/>
              <a:t>Folder name provides the label (spam / important)</a:t>
            </a:r>
          </a:p>
          <a:p>
            <a:pPr/>
            <a:r>
              <a:rPr sz="2400"/>
              <a:t>Input layout: data/raw/spam and data/raw/important</a:t>
            </a:r>
          </a:p>
          <a:p>
            <a:pPr/>
            <a:r>
              <a:rPr sz="2400"/>
              <a:t>Small sample set included for quick end-to-end demo</a:t>
            </a:r>
          </a:p>
          <a:p>
            <a:pPr/>
            <a:r>
              <a:rPr sz="2400"/>
              <a:t>Extensible to larger corpora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Environment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Ubuntu or WSL2 (Linux environment)</a:t>
            </a:r>
          </a:p>
          <a:p>
            <a:pPr/>
            <a:r>
              <a:rPr sz="2400"/>
              <a:t>Java 17, Maven</a:t>
            </a:r>
          </a:p>
          <a:p>
            <a:pPr/>
            <a:r>
              <a:rPr sz="2400"/>
              <a:t>Hadoop (HDFS + YARN) and Mahout CLI</a:t>
            </a:r>
          </a:p>
          <a:p>
            <a:pPr/>
            <a:r>
              <a:rPr sz="2400"/>
              <a:t>Node.js 18+ for dashboard and API</a:t>
            </a:r>
          </a:p>
          <a:p>
            <a:pPr/>
            <a:r>
              <a:rPr sz="2400"/>
              <a:t>Local tool install supported via scripts/setup_tools.sh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MapReduce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WholeFileInputFormat reads one email per record</a:t>
            </a:r>
          </a:p>
          <a:p>
            <a:pPr/>
            <a:r>
              <a:rPr sz="2400"/>
              <a:t>Cleaning and tokenization in the mapper</a:t>
            </a:r>
          </a:p>
          <a:p>
            <a:pPr/>
            <a:r>
              <a:rPr sz="2400"/>
              <a:t>Preserve label via directory structure</a:t>
            </a:r>
          </a:p>
          <a:p>
            <a:pPr/>
            <a:r>
              <a:rPr sz="2400"/>
              <a:t>Outputs stored in HDFS under /email_project</a:t>
            </a:r>
          </a:p>
          <a:p>
            <a:pPr/>
            <a:r>
              <a:rPr sz="2400"/>
              <a:t>Preprocessing enables tf-vectors for Mahout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Mahout Training and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Train Naive Bayes on tf-vectors</a:t>
            </a:r>
          </a:p>
          <a:p>
            <a:pPr/>
            <a:r>
              <a:rPr sz="2400"/>
              <a:t>Evaluate with mahout testnb</a:t>
            </a:r>
          </a:p>
          <a:p>
            <a:pPr/>
            <a:r>
              <a:rPr sz="2400"/>
              <a:t>Produces accuracy + confusion matrix</a:t>
            </a:r>
          </a:p>
          <a:p>
            <a:pPr/>
            <a:r>
              <a:rPr sz="2400"/>
              <a:t>Model artifacts and label index generated</a:t>
            </a:r>
          </a:p>
          <a:p>
            <a:pPr/>
            <a:r>
              <a:rPr sz="2400"/>
              <a:t>Artifacts exported for fast inference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Artifacts and Inference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Exported to artifacts/ for local use</a:t>
            </a:r>
          </a:p>
          <a:p>
            <a:pPr/>
            <a:r>
              <a:rPr sz="2400"/>
              <a:t>API falls back to HDFS if artifacts missing</a:t>
            </a:r>
          </a:p>
          <a:p>
            <a:pPr/>
            <a:r>
              <a:rPr sz="2400"/>
              <a:t>Batch and single-email classification</a:t>
            </a:r>
          </a:p>
          <a:p>
            <a:pPr/>
            <a:r>
              <a:rPr sz="2400"/>
              <a:t>Result caching for performance</a:t>
            </a:r>
          </a:p>
          <a:p>
            <a:pPr/>
            <a:r>
              <a:rPr sz="2400"/>
              <a:t>Optional feedback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Dashboard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React + Vite frontend</a:t>
            </a:r>
          </a:p>
          <a:p>
            <a:pPr/>
            <a:r>
              <a:rPr sz="2400"/>
              <a:t>Upload email or batch CSV</a:t>
            </a:r>
          </a:p>
          <a:p>
            <a:pPr/>
            <a:r>
              <a:rPr sz="2400"/>
              <a:t>View predictions and pipeline metrics</a:t>
            </a:r>
          </a:p>
          <a:p>
            <a:pPr/>
            <a:r>
              <a:rPr sz="2400"/>
              <a:t>Screenshots included in repo</a:t>
            </a:r>
          </a:p>
          <a:p>
            <a:pPr/>
            <a:r>
              <a:rPr sz="2400"/>
              <a:t>Runs with npm run dev (UI)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Results and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Metrics saved under results/ (accuracy, confusion matrix)</a:t>
            </a:r>
          </a:p>
          <a:p>
            <a:pPr/>
            <a:r>
              <a:rPr sz="2400"/>
              <a:t>Pipeline run: scripts/run_all.sh</a:t>
            </a:r>
          </a:p>
          <a:p>
            <a:pPr/>
            <a:r>
              <a:rPr sz="2400"/>
              <a:t>API: npm run server | UI: npm run dev</a:t>
            </a:r>
          </a:p>
          <a:p>
            <a:pPr/>
            <a:r>
              <a:rPr sz="2400"/>
              <a:t>Single command: npm run dev:all</a:t>
            </a:r>
          </a:p>
          <a:p>
            <a:pPr/>
            <a:r>
              <a:rPr sz="2400"/>
              <a:t>Future work: multi-class labels, better splits, modern NLP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